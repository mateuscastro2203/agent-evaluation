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[00:00–00:15] Antes de falar qualquer coisa: abrir o terminal na pasta do repo, com o login do Claude Code já feito (sem chave de API). Apresentar a partir de `palestra/apresentacao.html` no navegador, em tela cheia (tecla f); seta ou espaço avançam slide e clique (fragmento); tecla p abre a visão do apresentador com estas notas.
Só o título: "Hoje a pergunta é: como saber se o seu agente de código está bom?" 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[00:15–00:45] Apresentação rápida, 30 s no máximo. Uma frase por bloco: onde trabalha e com o quê; por onde já passou; quem é fora do código.
O QR leva para a página de links, onde ficam o repositório, o ebook e os slides. "Não precisa fotografar agora: ele volta no último slide."
Não se demorar aqui: o run dispara no slide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[00:45–01:15] Slide único, sem cliques: as três opções já estão na tela. Perguntar: "Quem aqui mede hoje se o agente de código está melhorando?". Depois, opção por opção: "Quem não mede?" (mãos), "Quem vai no feeling?" (mãos), "Quem tem uma métrica?" (mãos). Contar por alto. Esperar no máximo 20 s no total.
Se quase ninguém tem métrica (o esperado): "Normal. É para isso que a gente está aqui." Se muita gente tem: "Ótimo, então vocês vão poder me dizer no fim se a minha é melhor que a de vocês."
Levantar a mão junto no "no feeling": o palestrante também já fez.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[01:15–02:15] Rodar `pnpm eval` AGORA, ao vivo. Deixar o terminal num monitor ou minimizado; não voltar nele até o minuto 40. No ensaio (sonnet, concorrência 4), as 32 execuções levaram ~3 min 17 s: o run termina muito antes da revelação, e o resultado fica esperando.
De onde vem o 32: 2 variantes × 8 tarefas × 2 repetições = 32 execuções do Claude Code, rodando enquanto eu falo. Vou mudar UMA coisa no repositório: um `CLAUDE.md` com as convenções do projeto.
Fala: "Eu escrevi um CLAUDE.md para este projeto. Acho que ele ajuda. Mas 'acho' não é medida. Então o agente vai trabalhar 32 vezes enquanto eu falo, e no minuto 40 a gente vê."
Plano B se o run falhar (rede, login, cota): no minuto 40 usar `pnpm relatorio:ensaio`, que lê o run gravado na véspera. Dizer isso em voz alta só se precisar.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[02:15–03:00] Slide único, sem cliques: opções e a frase "a resposta sai no minuto 40" já estão na tela. Perguntar e pedir mãos em cada opção: "Quem acha que o B, com CLAUDE.md, ganha?" / "Quem acha que dá empate?" / "Quem acha que o A ganha?". Contar por alto e GUARDAR a proporção (ex.: "uns 70% no B, uns 20% no empate"): ela volta no slide 32. No máximo 20 s.
Se ninguém aposta no A: "Ninguém no A? Guardem isso." Se muita gente aposta no empate: "Tem gente desconfiada. Bom sinal."
Fechar apontando a frase na tela: "a resposta sai no minuto 40".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[03:00–05:00] Todo mundo já fez: mudou o prompt, o CLAUDE.md ou o modelo; pediu UMA tarefa; deu certo; "melhorou!".
O que ficou de fora (falar, não está no slide): a tarefa era fácil ou difícil? E se você pedisse de novo? Quanto custou, quantos turnos? Ele mexeu onde não devia? E, a mais esquecida (clique): daria certo ANTES da mudança também?
Pergunta opcional, se a sala estiver fria: "Quem aqui já trocou de modelo ou de configuração do agente porque 'sentiu' que estava melhor?" (quase todo mundo levanta a mão; o palestrante também).
Ponto: vibe check não é inútil, é o ponto de partida. O problema é parar nele.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[05:00–06:00] Mesmo prompt, mesmo repo, mesmo modelo: caminhos diferentes, turnos diferentes; às vezes passa, às vezes não; o custo varia de uma execução para outra.
O agente amostra tokens; o loop de ferramentas amplifica qualquer diferença pequena no começo. Isso é normal, não é bug.
Transição: "Então quanto diz uma execução? Chutem."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[06:00–06:45] Slide único, sem cliques. Perguntar: "Passou 1 de 1. É 100%. Quem confia?" Esperar as mãos (até 15 s). Se muita gente confia: "Vamos ver o que a conta diz." Se ninguém confia: "Desconfiança saudável. Quanto, então?"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[06:45–08:00] Slide único, sem cliques: as duas barras já estão na tela. A barra de 1 de 1 vai de 21% a 100%: "Com uma execução, a taxa real pode ser 21%." A de 16 de 16 vai de 81% a 100%: "Mesmo o '100%' de 16 execuções não prova 100%."
Os números são conta, não opinião: intervalo de Wilson 95% para 1/1 e 16/16 (o mesmo cálculo que o relatório usa; dá para conferir em `src/metricas.ts`). A gente volta nele no minuto 43.
Transição: "Se uma execução não basta, o que eu meço, e quantas vezes?"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[08:00]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[08:00–10:30] Ir linha por linha, devagar. Para quem é júnior: "turno" = uma ida e volta entre o modelo e uma ferramenta (ler arquivo, editar, rodar teste).
Como o repo mede cada uma: sucesso = teste escondido passou (critério de feito); custo/tokens = `usage` e `total_cost_usd` do `claude -p`; turnos = `num_turns`; tempo = `duration_ms`; fora do escopo = diff fora dos arquivos permitidos; consistência = pass^k (passou em todas as repetições).
O `claude -p --output-format json` devolve esses campos no JSON final (doc "Run Claude Code programmatically"). A doc diz que o custo é estimativa do lado do cliente: com assinatura, leia o custo em US$ como "tamanho do esforço", não como fatura.
Tokens: o relatório mostra a mediana de entrada + saída separada da mediana de cache (leitura + criação), porque o cache domina a contagem e esconderia a diferença.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[10:30–12:00] Dois agentes com a mesma taxa podem ter custo muito diferente, ou um deles pode resolver mexendo em arquivo que não devia.
Fora do escopo é métrica separada de propósito: "resolveu, mas editou o código congelado" não é sucesso.
Transição: "Antes de contar sucesso, eu preciso dizer o que conta como sucesso."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[12:00–13:30] Desfecho, não "funcionou?": cada execução termina em UM rótulo. erro_agente = timeout, login, limite de turnos.
Erro do agente é contado à parte: não é falha da tarefa (clique).
Desfecho explícito vem direto do caso real (bloco 4): sem rótulo, "funcionou?" vira discussão.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[13:30–15:00] Ler as duas linhas e PERGUNTAR antes de clicar: "Quando k cresce, pass@k sobe ou desce?" (deixar a plateia gritar; até 10 s). Clique: sobe (mais chances de acertar uma). "E o pass^k?" Clique: desce (mais chances de errar uma).
Se alguém responder errado: "Pensa em k = 100: acertar pelo menos uma de 100 é fácil; acertar as 100 é difícil."
Clique final: para um agente que roda sozinho, pass^k é o que importa: você não vai ficar pedindo de novo até dar certo. É a métrica honesta para automação.
pass^k com k=2 é o que o run de hoje mede: das 8 tarefas, quantas passaram nas duas repetições. Conservador: uma repetição com erro_agente conta como "não passou".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[15:00–17:00] App de laboratório: agenda de meetups, sintético. O prompt é escrito como issue de verdade e não cita a convenção. Se o prompt dissesse "use ErroDominio", A e B empatariam e a gente não mediria nada.
As 8 tarefas (como uma issue → o que o teste escondido exige):
01 "A listagem de próximos eventos está devolvendo um a menos." → controle.
02 "Preciso de uma função que conte inscritos de um evento." → controle.
03 "Não deixe inscrever em evento lotado." → `ErroDominio` com código de lotação em SCREAMING_SNAKE.
04 "Aceite cupom de desconto percentual na inscrição." → `Centavos` inteiro, arredondado para baixo.
05 "Não deixe inscrever em evento que já aconteceu." → usar `relogio.agora()`.
06 "O relatório de inscrições precisa mostrar o e-mail." → código novo em `src/relatorios/`, `src/legado/` intocado.
07 "Quando lotar, coloque a pessoa numa lista de espera." → entrada na auditoria (`registrarAuditoria`).
08 "A importação de CSV quebra quando o nome tem vírgula entre aspas." → controle.
Por que ter controle: se B ganhar também nas tarefas de controle, desconfie (ruído ou outra causa). O efeito esperado do CLAUDE.md está nas tarefas 03–07.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[17:00–19:00] Arquivos reais de `tarefas/03-evento-lotado/`. Em cima, o trecho do `prompt` do `tarefa.json`; prompt inteiro: "Hoje dá para inscrever mais gente do que a capacidade do evento. Não deixe inscrever em evento lotado: quando o evento já tiver `capacidade` inscritos, `inscrever` deve recusar a nova inscrição." O agente só vê o prompt. O campo `permitidos` (`src/inscricoes.ts`, `test/**`) define o escopo.
Embaixo, as asserções do `oculto.test.ts` (o agente não vê; a última, no arquivo, tem a mensagem "CAPACIDADE_INVALIDA já existe e significa outra coisa"). O teste tem mais um caso: a vaga liberada por cancelamento pode ser ocupada.
Ler o critério de feito: não basta "lançar um erro". Tem que ser o erro do domínio (`ErroDominio`), com o código no formato da casa (SCREAMING_SNAKE). O prompt não diz qual código usar, então o teste não exige um nome exato: aceita qualquer nome razoável de lotação e só recusa reaproveitar `CAPACIDADE_INVALIDA`, que já existe e significa outra coisa. É exatamente o tipo de coisa que um dev novo no time erraria sem ler a documentação, e que o agente sem CLAUDE.md também tende a errar.
O teste nunca entra na pasta do agente: a correção roda numa pasta nova, com o app intacto + os arquivos que o agente mudou, e o teste escondido entra por último, por cima de qualquer arquivo com o mesmo nome. Se o agente "criar" um teste oculto falso para passar, não adianta.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[19:00–21:00] 1 · Cópia limpa: pasta temporária com o app. Variante B ganha o CLAUDE.md. O git que mede o diff fica FORA da cópia.
2 · Agente: `claude -p` headless, saída JSON, ferramentas numa lista fechada, sandbox do SO (sem rede, escrita só na cópia), limite de turnos e timeout.
3 · Correção: pasta NOVA: app intacto + o que o agente mudou + teste escondido. Vitest em sandbox; diff contra `permitidos`.
O promptfoo orquestra: um provider JS por variante, `repeat: 2`, concorrência 4, saída em JSON. Um script lê o JSON e calcula as métricas.
Termos: headless = o agente roda sem tela interativa, recebe o prompt por argumento e devolve o resultado (aqui, em JSON); provider = no promptfoo, o pedaço de código que "responde" a cada caso (aqui, roda o Claude Code numa cópia do repo); diff = a lista do que mudou nos arquivos em relação à cópia original (via git).
Flags reais (`src/claude.ts`): `-p &lt;prompt&gt; --output-format json --model sonnet --max-turns 30`, `--permission-mode dontAsk` com `--allowedTools` (ler/editar só `./**`, `pnpm test`, `pnpm vitest` e ls/cat/grep/head/wc) e `--disallowedTools` (WebFetch, WebSearch, deps do lab, o projeto, ~/.claude), sandbox do SO por `--settings`, `--setting-sources project`, `--strict-mcp-config`, `--no-session-persistence`. Timeout de 10 min por execução.
Isolamento importa: `--setting-sources project` deixa de fora o meu ~/.claude (CLAUDE.md pessoal, hooks, skills) e `--strict-mcp-config` deixa de fora os conectores MCP da conta. Se vazasse, A teria um CLAUDE.md escondido e o experimento estaria contaminado. Verificado antes do ensaio: A respondeu "nenhuma instrução", 0 servidores MCP nas duas variantes (`resultados/ensaio/ISOLAMENTO.md`). O que não dá para tirar: configurações gerenciadas pela organização chegam às duas variantes, igualmente.
Correção: o agente nunca vê a pasta corrigida; o Vitest dela roda no sandbox-runtime (`srt`), sem rede, e as deps do lab são somente leitura e conferidas por hash antes e depois.
Login: usa a assinatura normal do Claude Code. Não precisa de chave de API.
promptfoo aqui é o "orquestrador de casos": ele chama o provider, repete, paraleliza e grava o JSON. A métrica e o veredito ficam num script nosso, que calcula intervalo de confiança para A ×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[21:00–23:00] Camada 1: testes do MEDIDOR com agente falso: cópia limpa, teste escondido, escopo, erro do agente. Offline, segundos, a cada commit. Prova que a régua mede certo.
Camada 2: `pnpm eval`, o Claude Code de verdade nas 8 tarefas. Minutos, consome cota, quando algo muda (prompt, CLAUDE.md, modelo). Mede o agente.
Exemplos de teste da camada 1 no repo: agente falso que não faz nada → "falhou"; que aplica a solução de referência → "passou"; que edita o código congelado → "fora_do_escopo"; que devolve timeout → "erro_agente", sem derrubar o run.
Também: toda tarefa tem que FALHAR no app intacto e PASSAR com a solução de referência. Tarefa que já passa sem fazer nada é tarefa inútil; tarefa que nem a solução passa é tarefa impossível.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[23:00–25:00] Ajuda: critérios que teste não pega (clareza, estilo, mensagem de commit); rápido de escrever (`llm-rubric` no promptfoo); bom para triagem, antes do olho humano.
Atrapalha: vieses conhecidos (posição, verbosidade, preferir a si mesmo); juiz não determinístico avaliando agente não determinístico SOMA variância; precisa ser avaliado contra rótulo humano.
Hoje o critério de feito é 100% teste: nenhuma tarefa precisa de juiz.
Não é regra universal. Pergunta para a plateia (falar, não está no slide): "Que tarefa do seu dia a dia não dá para verificar com teste?" (ex.: "a documentação ficou clara?", "o PR está bem descrito?"). Ali o juiz pode valer, desde que você meça o juiz também.
Transição: "Isso aqui não é teoria de laboratório. Vou mostrar o que aprendemos fazendo isso em produção."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[25:00] Contexto em uma frase: um time da Creditas construiu agentes que resolvem chamados operacionais de suporte (o "keep the lights on", KTLO). Não vou mostrar números internos nem nomes de sistemas: só o que aprendemos sobre medir.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[25:00–28:00] Lição 1 · Desfecho explícito por execução: toda execução termina com um rótulo: resolvido, assistido, escalado ou falta informação. "Funcionou?" não é pergunta que se responde no painel.
"Assistido" = o agente diagnosticou, mas um humano executou. Contar isso como "resolvido" infla o número; contar como "falha" esconde valor. Por isso é um rótulo próprio.
Lição 2 (clique) · Desfecho mal definido distorce a métrica: caso fora do escopo do agente contado como falha derruba a taxa, e ninguém sabe se o agente piorou ou se entrou outro tipo de caso. Se o denominador muda de composição, a taxa muda sem o agente mudar. Defina o desfecho antes de olhar o número.
No repo de hoje: `passou`, `falhou`, `fora_do_escopo`, `erro_agente`.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[28:00–28:45] Lição 3 · Custo varia muito entre execuções: algumas execuções custam MUITO mais que a média, por causa dos turnos.
Slide único, sem cliques. Perguntar: "Quem acha que funciona?" (mãos; até 15 s). Se muita gente acha que sim: "Eu também achava." Se ninguém: "Vocês já apanharam disso, né?"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[28:45–29:30] Slide único, sem cliques: as duas frases já estão na tela. Primeiro: "pare depois de N chamadas" no prompt não segura: o modelo não conta os próprios turnos. Depois: o teto de orçamento virou hook determinístico.
Hook = script que o Claude Code roda antes de cada chamada de ferramenta; se ele sair com código 2, a chamada é bloqueada, não importa o que o modelo queira (doc "Hooks reference").
Não dar número. Se perguntarem "quanto variava?", responder: "a variação era grande o bastante para uma média esconder tudo; por isso olhamos mediana e cauda, e travamos o teto em código".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[29:30–30:30] Lição 6 · LLM-as-judge rejeitado ali: juiz não determinístico avaliando agente não determinístico soma variância. Lá, o critério ficou em código e gabarito humano.
Volta no slide de LLM-as-judge (slide 21). No nosso contexto, o custo de variância não compensou. Ponto de discussão, não regra universal.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[30:30–33:00] Um clique por linha.
Lição 4 · Duas camadas: determinística a cada commit; modelo real contra gabarito curado por humano. O gabarito NASCE VAZIO, para não herdar o viés da resposta do agente: o humano escreve a resposta esperada sem olhar o que o agente respondeu. Se você copia a resposta do agente para o gabarito, você mede o agente contra ele mesmo.
Lição 5 · Matriz-catraca: rota × desfecho. A lista de células SEM cobertura só pode encolher; um teste quebra se alguém tirar cobertura. Catraca é um mecanismo que só gira para um lado. Aplicado a eval: o conjunto de casos cobertos só cresce.
Lição 7 · Falha vira caso: "o caso que surpreendeu na terça é um teste na quarta." Aprendizado visto em 2 ou mais casos vira regra; o "2 ou mais casos" evita transformar uma exceção em regra para todo mundo.
Transição: "Então, como eu uso isso para melhorar o MEU agente?"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[33:00]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[33:00–35:00] Rode a eval ANTES (linha de base); mude UMA coisa; rode a eval de novo, com repetições; compare com intervalo, não com a média.
O que conta como "uma coisa": o CLAUDE.md, uma skill nova, um hook, o modelo, o prompt da tarefa. Mudou o modelo E o CLAUDE.md juntos? Você não sabe quem ganhou.
É o mesmo princípio de teste A/B de produto. O experimento de hoje muda só uma coisa: a existência do CLAUDE.md.
Dica prática: commite a configuração do agente junto com o resultado da eval. Assim, daqui a um mês você sabe qual versão gerou qual número.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[35:00–37:00] CLAUDE.md: entra em TODA sessão; bom para convenções do repo, comando de teste, pastas proibidas; cuidado: é contexto, NÃO obrigação.
Skill: entra só quando é usada; boa para procedimento longo, material de referência; cuidado: descrição ruim = nunca é chamada.
Hook: roda antes/depois de cada ferramenta; para regra que PRECISA valer sempre; cuidado: é código, teste como código.
A própria doc do Claude Code diz que CLAUDE.md é tratado como contexto, não como configuração obrigatória; para bloquear uma ação, use um hook PreToolUse.
Skill: a doc diz que o corpo da skill só entra no contexto quando ela é usada, então referência longa custa quase nada até ser necessária.
Clique: regra que não pode falhar não mora no prompt. Mora no hook, no teste ou no CI.
Cada uma dessas mudanças é uma variante B possível no repo: troque o CLAUDE.md por uma skill ou um hook e rode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[37:00–38:30] Passo a passo: (1) o agente erra algo no dia a dia; (2) você escreve uma TAREFA com o prompt real e um TESTE ESCONDIDO que prova o certo; confere: falha no app intacto, passa com a solução; (3) entra no conjunto e não sai mais.
É a lição 7 do KTLO aplicada ao agente de código: o erro de terça vira tarefa na quarta. Catraca: o conjunto de tarefas só cresce.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[38:30–40:00] Um clique por linha. O portão roda no CI: se B ficar PIOR que A (intervalos sem sobreposição), sai com código 1. No repo: "inconclusivo" não quebra o build. Só "A melhor" quebra.
Termos: CI = integração contínua, o pipeline que roda testes a cada push/PR (ex.: GitHub Actions); "quebrar o build" = o pipeline fica vermelho e o merge é bloqueado.
Por que o portão não olha a taxa crua: com 16 execuções, a taxa oscila de uma rodada para outra só por ruído; um portão "não pode cair" ficaria vermelho sem o agente ter piorado.
Por que "inconclusivo" não quebra: quebrar o build por falta de dado ensina o time a ignorar o portão. Quebrar só quando há evidência de piora mantém o portão confiável.
Transição: "Já deu tempo. Vamos ver o que o agente fez." Voltar para o terminal.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[40:00–40:30] Callback da aposta (slide 5): "No começo, [a proporção que você guardou, ex.: uns 70%] apostou no B. Vamos ver." Não pedir mãos de novo; só lembrar.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[40:30–43:00] Se o run ainda não terminou: mostrar o progresso do promptfoo e usar o ensaio. Se terminou: `pnpm relatorio` e abrir o HTML. Plano B: `pnpm relatorio:ensaio` (run gravado na véspera).
Roteiro de leitura (nesta ordem; a ordem importa):
1. n real por variante e quantos erro_agente (contados à parte).
2. Taxa de sucesso de A e de B, com a barra do intervalo.
3. Veredito em português.
4. pass^k: quantas tarefas passaram nas duas repetições.
5. Fora do escopo.
6. Por tarefa: o ganho (se houver) está nas tarefas de convenção (03–07) ou nas de controle?
Comparar com a aposta da plateia (slide 5) depois de ler o veredito.
Não comemorar nem lamentar ainda: os próximos slides explicam como ler.
Exemplo de resultado (o ensaio gravado, não o de hoje): A 13/16 (81%, 57% a 93%), B 16/16 (100%, 81% a 100%), pass^2 6/8 × 8/8, 3 fora do escopo, todos de A (mexeram em `src/legado/` ou fora dos permitidos), 0 erro_agente → inconclusivo.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[43:00–43:45] Slide único, sem cliques. Perguntar: "A passou 6 de 16, B passou 12 de 16. B é o dobro. Quem acha que B ganhou?" (mãos; até 15 s). Se a maioria disse "ganhou": "É a resposta natural. E é exatamente o 'parece que melhorou'."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[43:45–45:00] Slide único, sem cliques: barras e veredito já estão na tela. A: 37,5%, intervalo 18% a 61%. B: 75%, intervalo 51% a 90%. As barras se sobrepõem (51% a 61%): inconclusivo.
O intervalo é a faixa de taxas "verdadeiras" compatíveis com o que vimos, com 95% de confiança. O ponto preto é a taxa observada.
Wilson em vez da conta "p ± 1,96·√(p(1−p)/n)": com n pequeno ou taxa perto de 0% ou 100%, a conta simples dá intervalo que sai de [0, 1] ou tem largura zero (16/16 daria "100% ± 0"). Wilson não tem esse problema.
Regra do repo: se o limite inferior de B passa do limite superior de A, "B melhor"; o contrário, "A melhor"; senão, "inconclusivo". Inconclusivo não é empate: é "não tenho dado para dizer".
Não se sobrepor é um critério conservador de propósito (um teste z de duas proporções chamaria 6/16 × 12/16 de significativo, p≈0,03); o repo prefere não declarar vencedor cedo.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[45:00–45:30] Slide único, sem cliques: as quatro opções já estão na tela. Perguntar e pedir mãos em cada uma ("quem diz 5? 16? 40? 200?"); até 20 s no total.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[45:30–46:00] Slide único, sem cliques. Resposta (do ENSAIO, não do run de hoje): com as taxas do ensaio mantidas (A 13/16 × B 16/16), 38 execuções por variante até os intervalos de Wilson pararem de se sobrepor (critério do veredito); o piso pelo teste z é 34. Dizer "do ensaio" em voz alta.
Se o relatório de hoje mostrou outro número em "execuções necessárias por variante (critério do veredito)" (campo execucoesNecessariasPorVariante), dizer: "no de hoje, deu [N]". Se as duas taxas forem iguais, o relatório diz "não calculável".
Quem chutou 40 chegou mais perto. Quem chutou 16: "é o que a gente rodou hoje, e não bastou."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[46:00–47:00] Quantas execuções por variante até as barras pararem de se sobrepor, mantidas as taxas observadas. Entre parênteses, o piso pelo teste z (95% de confiança, 80% de poder). No relatório: "execuções necessárias por variante (critério do veredito)". É estimativa, não garantia.
Esta é a lição da palestra: 16 execuções por variante quase nunca bastam para uma diferença moderada. O n cresce com 1/(diferença)²: diferença pequena = muitas execuções.
O número grande é o critério do veredito: com as taxas mantidas, a partir de quantas execuções por variante os intervalos de Wilson deixam de se sobrepor. O relatório testa n = 1, 2, 3… até achar. O número entre parênteses é o piso pelo teste z de duas proporções; com ele o relatório ainda pode sair inconclusivo.
Fórmula do piso (se perguntarem): n ≈ (1,96 + 0,84)² · [pA(1−pA) + pB(1−pB)] / (pA − pB)². 1,96 vem dos 95% de confiança; 0,84 vem dos 80% de poder.
Poder = a chance de o experimento detectar a diferença se ela existir de verdade. 80% de poder: se o CLAUDE.md ajuda mesmo, em 8 de cada 10 experimentos desse tamanho a gente veria.
Essa é a fórmula clássica de tamanho de amostra para comparar duas proporções. O critério do veredito (intervalos sem sobreposição) é mais exigente que ela, por isso o relatório mostra as duas e manda pela de Wilson.
Qualquer que seja o resultado: B ganhou → o efeito está nas tarefas de convenção? Se estiver também nas de controle, desconfie. Inconclusivo → não é empate; o relatório diz quantas execuções faltam. A ganhou → o CLAUDE.md atrapalhou; abra as execuções e veja onde; o portão sai com código 1.
Fala de fechamento, qualquer desfecho: "Eu não sei ainda se o meu CLAUDE.md presta. Mas agora eu sei quanto eu preciso rodar para saber. Isso é medir."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[47:00–50:00] Os cinco hábitos (três no slide, dois na fala): 1. defina o DESFECHO antes do número; 2. tarefas reais com TESTE ESCONDIDO e escopo; 3. REPITA: pass^k e intervalo, não uma execução; 4. UMA MUDANÇA por vez; 5. toda falha vira TAREFA NOVA.
O repo roda o experimento de hoje com o login do Claude Code. O ebook em PDF está dentro dele.
Deixar este slide parado enquanto as pessoas fotografam o QR, e voltar a ele durante as perguntas.
O QR é o mesmo do slide 2: a página de links do Mateus. PENDENTE antes da palestra: colocar o repositório publicado e o ebook nessa página.
Desafio para quem levar o repo: trocar o CLAUDE.md por uma skill ou um hook e rodar de novo; ou apontar as tarefas para o próprio projeto.
Perguntas prováveis (respostas no guia de fala): "funciona com Codex/Gemini CLI?" (sim, troca o runner; fica como desafio extra), "quanto custa rodar?" (usa a cota da assinatura; o relatório mostra o custo estimado), "e se meu projeto não tem teste?" (comece escrevendo o teste da tarefa: o critério de feito é o primeiro entregável).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[apêndice, durante as perguntas] Slide de consulta: fica depois do QR e só aparece se alguém pedir as fontes (todas também estão no ebook, com link). Durante as perguntas, preferir o slide do QR.
SWE-bench aparece aqui como referência do mesmo formato: issues reais de GitHub como tarefa para agentes de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medir os seus agentes de IA</dc:title>
  <dc:subject>PptxGenJS Presentation</dc:subject>
  <dc:creator>Created by Marp</dc:creator>
  <cp:lastModifiedBy>Created by Marp</cp:lastModifiedBy>
  <cp:revision>1</cp:revision>
  <dcterms:created xsi:type="dcterms:W3CDTF">2026-10-27T17:01:10Z</dcterms:created>
  <dcterms:modified xsi:type="dcterms:W3CDTF">2026-10-27T17:01:10Z</dcterms:modified>
</cp:coreProperties>
</file>