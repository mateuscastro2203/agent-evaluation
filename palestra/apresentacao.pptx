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num monitor ou minimizado; não voltar nele até o minuto 22. No ensaio (sonnet, concorrência 4), as 32 execuções levaram ~3 min 28 s: o run termina muito antes da revelação, e o resultado fica esperando.
De onde vem o 32: 2 variantes × 8 tarefas × 2 repetições = 32 execuções do Claude Code, rodando enquanto eu falo. Vou mudar UMA coisa no repositório: um `CLAUDE.md` com as convenções do projeto.
Fala: "Eu escrevi um CLAUDE.md para este projeto. Acho que ele ajuda. Mas 'acho' não é medida. Então o agente vai trabalhar 32 vezes enquanto eu falo, e no minuto 22 a gente vê."
Plano B se o run falhar (rede, login, cota): no minuto 22 usar `pnpm relatorio:ensaio`, que lê o run gravado no ensaio.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opções e a frase "a resposta sai no minuto 22" já estão na tela. Perguntar e pedir mãos em cada opção: "Quem acha que o B, com CLAUDE.md, ganha?" / "Quem acha que dá empate?" / "Quem acha que o A ganha?". Contar por alto e GUARDAR a proporção (ex.: "uns 70% no B, uns 20% no empate"): ela volta no slide 18. No máximo 20 s.
Se ninguém aposta no A: "Ninguém no A? Guardem isso." Se muita gente aposta no empate: "Tem gente desconfiada. Bom sinal."
Fechar apontando a frase na tela: "a resposta sai no minuto 22".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[03:00–04:45]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
Transição: "O agente não é determinístico: uma execução é uma amostra, não um resultado. 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[04:45–05:15]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[05:15–07:00] Slide único, sem cliques: as duas barras já estão na tela. A barra de 1 de 1 vai de 21% a 100%: "Com uma execução, a taxa real pode ser 21%." A de 16 de 16 vai de 81% a 100%: "Mesmo o '100%' de 16 execuções não prova 100%."
Os números são conta, não opinião: intervalo de Wilson 95% para 1/1 e 16/16 (o mesmo cálculo que o relatório usa; dá para conferir em `src/metricas.ts`). A gente volta nele no minuto 25 (slide 20).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[07:00–09:00] Ir linha por linha, devagar. Para quem é júnior: "turno" = uma ida e volta entre o modelo e uma ferramenta (ler arquivo, editar, rodar teste).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Fora do escopo é separado de propósito: resolveu mexendo onde não devia não é sucesso.
Consistência = pass^k: passou em TODAS as k tentativas; no relatório, k = 2.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[09:00–11:00]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[11:00–13:00]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as asserções do `oculto.test.ts` (o agente não vê; a última, no arquivo, tem a mensagem "CAPACIDADE_INVALIDA já existe e significa outra coisa"). O teste tem mais um caso: a vaga liberada por cancelamento pode ser ocupada.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[13:00–14:30] 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[14:30–16:00] 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No caso real, o juiz foi rejeitado: juiz variável avaliando agente variável soma variância.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[16:00–17:30] Contexto em uma frase: um time da Creditas construiu agentes que resolvem chamados operacionais de suporte (o "keep the lights on", KTLO). Não vou mostrar números internos nem nomes de sistemas: só o que aprendemos sobre medir.
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[17:30–19:00] Um clique por linha (três cliques).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"Falhou na terça, teste na quarta: o erro do dia a dia vira tarefa nova com teste escondido, e o conjunto só cresce."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[19:00–20:30] 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[20:30–22:00] 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
Transição: "Já deu tempo. Vamos ver o que o agente fez." Voltar para o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[22:00–25:00] Primeiro, a volta da aposta (slide 5): "No começo, [a proporção que você guardou, ex.: uns 70%] apostou no B. Vamos ver." Não pedir mãos de novo; só lembrar.
Se o run ainda não terminou: mostrar o progresso do promptfoo e usar o ensaio. Se terminou: `pnpm relatorio` e abrir o HTML. Plano B: `pnpm relatorio:ensaio` (run gravado no ensaio).
Roteiro de leitura (nesta ordem; a ordem importa):
1. n real por variante e quantos erro_agente (contados à parte).
2. Taxa de sucesso de A e de B, com a barra do intervalo.
3. Veredito em português.
4. pass^k: quantas tarefas passaram nas duas repetições.
5. Fora do escopo.
6. Por tarefa: o ganho (se houver) está nas tarefas de convenção (03–07) ou nas de controle?
pass^2 em uma frase: "quantas das 8 tarefas passaram nas DUAS repetições; é a consistência."
Comparar com a aposta da plateia (slide 5) depois de ler o veredito.
O portão: "No repo, o portão só quebra o CI se A for melhor que B; inconclusivo passa."
Não comemorar nem lamentar ainda: os próximos slides explicam como ler.
Exemplo de resultado (o ensaio gravado, não o de hoje): A 12/16 (75%, 51% a 90%), B 16/16 (100%, 81% a 100%), pass^2 6/8 × 8/8, 3 fora do escopo (mexeram em `src/legado/` ou fora dos permitidos) e 1 teste escondido falhando, todos de A, 0 erro_agente → inconclusivo.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[25:00–25:30] Slide único, sem cliques. EXEMPLO INVENTADO, não é o run de hoje. Perguntar: "A passou 6 de 16, B passou 12 de 16. B é o dobro. Quem acha que B ganhou?" (mãos; até 15 s). Se a maioria disse "ganhou": "É a resposta natural. E é exatamente o 'parece que melhorou'."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[25:30–26:45] Slide único, sem cliques: barras e veredito já estão na tela. A: 37,5%, intervalo 18% a 61%. B: 75%, intervalo 51% a 90%. As barras se sobrepõem (51% a 61%): inconclusivo.
O intervalo é a faixa de taxas "verdadeiras" compatíveis com o que vimos, com 95% de confiança. O ponto preto é a taxa observada.
Wilson em vez da conta "p ± 1,96·√(p(1−p)/n)": com n pequeno ou taxa perto de 0% ou 100%, a conta simples dá intervalo que sai de [0, 1] ou tem largura zero (16/16 daria "100% ± 0"). Wilson não tem esse problema.
Regra do repo: se o limite inferior de B passa do limite superior de A, "B melhor"; o contrário, "A melhor"; senão, "inconclusivo". Inconclusivo não é empate: é "não tenho dado para dizer".
Não se sobrepor é um critério conservador de propósito (um teste z de duas proporções chamaria 6/16 × 12/16 de significativo, p≈0,03); o repo prefere não declarar vencedor cedo.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[26:45–27:15]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[27:15–29:00]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em "execuções necessárias por variante (critério do veredito)" (campo execucoesNecessariasPorVariante), dizer: "no de hoje, deu [N]". Se as duas taxas forem iguais, o relatório diz "não calculável".
Quem chutou 16 chegou perto: "é o que a gente rodou hoje, e não bastou." Quem chutou 40: "um pouco a mais do que precisava."
Diferença pequena pede muitas execuções: 62,5% contra 75% pediria 212 por variante.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[29:00–31:00] Os cinco hábitos (três no slide, dois na fala): 1. defina o DESFECHO antes do número; 2. tarefas reais com TESTE ESCONDIDO e escopo; 3. REPITA: pass^k e intervalo, não uma execução; 4. UMA MUDANÇA por vez; 5. toda falha vira TAREFA NOVA.
O repo roda o experimento de hoje com o login do Claude Code. O ebook em PDF está dentro dele.
Deixar este slide parado enquanto as pessoas fotografam o QR, e voltar a ele durante as perguntas (31:00–40:00, ~9 min).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2026-10-29T00:12:37Z</dcterms:created>
  <dcterms:modified xsi:type="dcterms:W3CDTF">2026-10-29T00:12:37Z</dcterms:modified>
</cp:coreProperties>
</file>