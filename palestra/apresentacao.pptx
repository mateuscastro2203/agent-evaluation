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minimizado: não precisa voltar nele. Quando o run termina, o próprio `pnpm eval` gera o relatório (`resultados/relatorio.html`), e o slide 18 mostra sozinho. No ensaio (sonnet, concorrência 4), as 32 execuções levaram ~3 min 28 s: o relatório fica pronto muito antes da revelação.
De onde vem o 32: 2 variantes × 8 tarefas × 2 repetições = 32 execuções do Claude Code, rodando enquanto eu falo. Vou mudar UMA coisa no repositório: um `CLAUDE.md` com as convenções do projeto.
Fala: "Eu escrevi um CLAUDE.md para este projeto: é um arquivo de texto com as regras da casa, que o agente lê antes de começar. Acho que ele ajuda. Mas 'acho' não é medida. Então o agente vai trabalhar 32 vezes enquanto eu falo, e no fim a gente vê."
Plano B se o run falhar (rede, login, cota): no slide 18, rodar `pnpm relatorio:planob` (copia o relatório do ensaio para o lugar do relatório ao vivo) e voltar ao slide 18.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as opções já estão na tela. Perguntar e pedir mãos em cada opção: "Quem acha que o B, com CLAUDE.md, ganha?" / "Quem acha que dá empate?" / "Quem acha que o A ganha?". Contar por alto e GUARDAR a proporção (ex.: "uns 70% no B, uns 20% no empate"): ela volta no slide 18. No máximo 20 s.
Se ninguém aposta no A: "Ninguém no A? Guardem isso." Se muita gente aposta no empate: "Tem gente desconfiada. Bom sinal."
Fechar dizendo: "a resposta sai no fim da palestra, no relatório ao vivo".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[03:00–04:45]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
Transição: "O agente não é determinístico: uma execução é uma amostra, não um resultado. 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[04:45–05:15]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[05:15–07:00] Slide único, sem cliques: as duas barras já estão na tela. A barra de 1 de 1 vai de 21% a 100%: "Com uma execução, a taxa real pode ser 21%." A de 16 de 16 vai de 81% a 100%: "Mesmo o '100%' de 16 execuções não prova 100%."
Analogia: é a margem de erro da pesquisa eleitoral. Com 1 entrevistado, a margem é enorme; com 16, já fica mais estreita. Os números são conta, não opinião: intervalo de Wilson 95% para 1/1 e 16/16 (o mesmo cálculo que o relatório usa; dá para conferir em `src/metricas.ts`). A gente volta nele no minuto 25 (slide 20).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[07:00–09:00] Ir linha por linha, devagar. "Voltas" (turnos, no jargão) = uma ida e volta entre o modelo e uma ferramenta (ler arquivo, editar, rodar teste). "Custo" é medido em tokens, os pedacinhos de texto que o modelo lê e escreve.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Fora do escopo é separado de propósito: resolveu mexendo onde não devia não é sucesso.
Consistência = pass^k no jargão: passou em TODAS as k tentativas; no relatório, k = 2, e a linha se chama "Resolve sempre?". Analogia: acertar uma vez pode ser sorte; acertar todas as vezes é saber.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[09:00–11:00]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[11:00–13:00]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em português, o que as asserções do `oculto.test.ts` conferem (o agente não vê o arquivo): `toBeInstanceOf(ErroDominio)`; código em SCREAMING_SNAKE (`/^[A-Z][A-Z0-9_]*$/`) falando de lotação (`/LOTAD|CHEIO|CAPACIDADE|ESGOT|LIMITE|VAGA/`); e `not.toBe("CAPACIDADE_INVALIDA")`, com a mensagem "CAPACIDADE_INVALIDA já existe e significa outra coisa". O teste tem mais um caso: a vaga liberada por cancelamento pode ser ocupada.
Analogia: o teste escondido é a prova que o aluno não viu antes. Ele estuda pelo enunciado (o pedido), e a correção usa um gabarito que fica com o professor.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[13:00–14:30] Para iniciantes, a fala é a do slide: o agente trabalha numa cópia (nunca no código de verdade), faz a tarefa trancado numa caixa sem internet, e depois um teste que ele não viu confere o trabalho. O resto desta nota é para quem perguntar os detalhes.
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[14:30–16:00] Em uma frase: "IA como juiz (LLM-as-judge) é pedir para um modelo dar nota ao trabalho de outro." Analogia: é um corretor de redação que, no mesmo texto, às vezes dá 7 e às vezes dá 9.
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No caso real, o juiz foi rejeitado: juiz variável avaliando agente variável soma variância.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[16:00–17:30] Contexto em uma frase: um time da Creditas construiu agentes que resolvem chamados operacionais de suporte (o "keep the lights on", KTLO). Não vou mostrar números internos nem nomes de sistemas: só o que aprendemos sobre medir.
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[17:30–19:00] Um clique por linha (três cliques).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"Falhou na terça, teste na quarta: o erro do dia a dia vira tarefa nova com teste escondido, e o conjunto só cresce."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[19:00–20:30] Analogia: é como testar uma receita nova. Se você muda o forno E a farinha no mesmo dia e o bolo fica melhor, não sabe qual dos dois ajudou.
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[20:30–22:00] Em uma linha cada, para quem nunca usou: CLAUDE.md é um texto com as regras do projeto que o agente lê no começo; skill é um "manual" que ele só abre quando a tarefa pede; hook é um script seu que roda automaticamente antes ou depois de cada ação do agente e pode bloquear a ação.
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
Transição: "Já deu tempo. Vamos ver o que o agente fez." Avançar: o slide 18 mostra o relatório sozinho (não precisa ir ao terminal nem ao navegador).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[22:00–25:00] Primeiro, a volta da aposta (slide 5): "No começo, [a proporção que você guardou, ex.: uns 70%] apostou no B. Vamos ver." Não pedir mãos de novo; só lembrar.
O slide recarrega `resultados/relatorio.html` toda vez que aparece. O `pnpm eval` grava esse arquivo sozinho quando termina; antes disso, ele mostra a página de espera ("O agente ainda está trabalhando…", gravada por `pnpm relatorio:aguardando` antes da palestra).
- Apareceu o relatório: ler (abaixo). Conferir que diz "de 16" nas duas linhas; se aparecer outro número (run caiu no meio), ir de plano B.
- Ainda aparece "O agente ainda está trabalhando…": dar 1 ou 2 min de fala (a leitura do ensaio, ou a regra das barras), voltar um slide e avançar de novo. Se não sair, plano B.
- Plano B (run falhou ou não terminou): no terminal, `pnpm relatorio:planob` (copia o relatório do ensaio para o lugar do ao vivo), voltar um slide e avançar para o 18. Dizer: "este é o run do ensaio, com o mesmo comando".
Roteiro de leitura em linguagem simples (de cima para baixo, como está na tela):
1. O título: "Ainda não dá para saber" / "Com CLAUDE.md foi melhor" / "Sem CLAUDE.md foi melhor".
2. As duas linhas grandes: "Sem CLAUDE.md, 12 de 16 deram certo; com, 16 de 16." Sempre ler COM a margem de erro: "as faixas coloridas são a margem de erro, como na pesquisa eleitoral".
3. As faixas se cruzam? Se sim, é "ainda não dá para saber", que não é empate. A frase do topo diz quantas execuções seriam precisas.
4. Na tabela: "Resolve sempre?" (passou nas 2 tentativas) e "Mexeu onde não devia".
5. Tarefa por tarefa: o ganho, se houver, está nas tarefas de regra da casa (03–07) ou nas de controle?
Comparar com a aposta da plateia (slide 5) depois de ler o título.
O portão: "No repo, o portão só quebra o CI se A for melhor que B; 'ainda não dá para saber' passa."
Não comemorar nem lamentar ainda: os próximos slides explicam como ler.
Exemplo de resultado (o ensaio gravado, não o de hoje): A 12/16 (75%, margem 51% a 90%), B 16/16 (100%, 81% a 100%), resolve sempre 6/8 × 8/8, 3 mexeram onde não deviam (em `src/legado/` ou fora dos permitidos) e 1 teste escondido falhando, todos de A, 0 erro do agente → inconclusivo ("ainda não dá para saber"), 27 de cada para ter 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[25:00–25:30] Slide único, sem cliques. A pergunta é sobre o relatório que acabou de aparecer no slide 18. Perguntar: "B acertou mais que A. Quem acha que B ganhou?" (mãos; até 15 s). Se a maioria disse "ganhou": "É a resposta natural. E é exatamente o 'parece que melhorou' do começo."
Se hoje B NÃO acertou mais (empate ou A na frente): trocar a pergunta por "Então A e B são iguais?" e seguir; a resposta do slide seguinte vale do mesmo jeito.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[25:30–26:45] Slide único, sem cliques. Não tem número de propósito: é a regra para ler qualquer relatório, inclusive o de hoje.
Fala: "Cada variante tem a sua faixa: a margem de erro. Se as faixas se cruzam, ainda não dá para saber quem é melhor. Só quando elas se separam dá para dizer." Depois, apontar para o relatório de hoje (slide 18): "No nosso, as faixas se cruzam. Então: ainda não dá para saber."
Analogia: pesquisa eleitoral com poucas entrevistas: dois candidatos parecem longe, mas as margens se cruzam e é "empate técnico". Mais entrevistas, margem menor.
Regra do repo: se a faixa de B fica toda acima da de A, "B melhor"; toda abaixo, "A melhor"; senão, "inconclusivo" (= ainda não dá para saber). Não é empate: é "não tenho dado para dizer".
Se perguntarem por que não um teste de hipótese: exigir faixas sem cruzar é mais rigoroso de propósito; um teste z de duas proporções declararia vencedor mais cedo. Por que Wilson: com poucas execuções ou taxa perto de 0% ou 100%, a conta simples dá faixas absurdas (16 de 16 daria "100% ± 0").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[26:45–27:15]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[27:15–29:00]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(no terminal e nos detalhes técnicos do relatório, "execuções necessárias por variante"), dizer: "no de hoje, deu [N]".
Analogia: jogar uma moeda 4 vezes e dar 3 caras não prova que ela é viciada; jogar 400 vezes e dar 300, prova. Quanto menor a diferença que você quer ver, mais vezes precisa jogar. Se as duas taxas forem iguais, o relatório diz "não calculável".
Quem chutou 16 chegou perto: "é o que a gente rodou hoje, e não bastou." Quem chutou 40: "um pouco a mais do que precisava."
Diferença pequena pede muitas execuções: 62,5% contra 75% pediria 212 por variante.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[29:00–31:00] A frase para levar: "'parece que melhorou' não é medida. Dá para medir o seu agente com tarefas e um teste automático, repetindo várias vezes, e comparar antes e depois de uma mudança."
Os cinco hábitos (três no slide, dois na fala): 1. defina o que é DAR CERTO (o desfecho) antes de olhar o número; 2. tarefas reais com TESTE ESCONDIDO e escopo; 3. REPITA: resolve sempre? e margem de erro, não uma execução; 4. UMA MUDANÇA por vez; 5. toda falha vira TAREFA NOVA.
O repo roda o experimento de hoje com o login do Claude Code. O ebook em PDF está dentro dele.
Deixar este slide parado enquanto as pessoas fotografam o QR, e voltar a ele durante as perguntas (31:00–40:00, ~9 min).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2026-10-29T03:24:16Z</dcterms:created>
  <dcterms:modified xsi:type="dcterms:W3CDTF">2026-10-29T03:24:16Z</dcterms:modified>
</cp:coreProperties>
</file>